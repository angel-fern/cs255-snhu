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8" r:id="rId2"/>
    <p:sldId id="260" r:id="rId3"/>
    <p:sldId id="261" r:id="rId4"/>
    <p:sldId id="267" r:id="rId5"/>
    <p:sldId id="263" r:id="rId6"/>
    <p:sldId id="265" r:id="rId7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6" autoAdjust="0"/>
    <p:restoredTop sz="65796" autoAdjust="0"/>
  </p:normalViewPr>
  <p:slideViewPr>
    <p:cSldViewPr snapToGrid="0">
      <p:cViewPr varScale="1">
        <p:scale>
          <a:sx n="65" d="100"/>
          <a:sy n="65" d="100"/>
        </p:scale>
        <p:origin x="223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20BB3-3CCB-4FE5-991B-82F6BCB48AF3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746DE6-3336-457D-A091-FA20AC1C5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294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[No</a:t>
            </a:r>
            <a:r>
              <a:rPr lang="en-US" baseline="0" dirty="0"/>
              <a:t> speaker notes required for this slide.]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42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[In your speaker notes, include an</a:t>
            </a:r>
            <a:r>
              <a:rPr lang="en-US" baseline="0" dirty="0"/>
              <a:t> explanation </a:t>
            </a:r>
            <a:r>
              <a:rPr lang="en-US" dirty="0"/>
              <a:t>of</a:t>
            </a:r>
            <a:r>
              <a:rPr lang="en-US" baseline="0" dirty="0"/>
              <a:t> the different requirements you determined for </a:t>
            </a:r>
            <a:r>
              <a:rPr lang="en-US" baseline="0" dirty="0" err="1"/>
              <a:t>DriverPass’s</a:t>
            </a:r>
            <a:r>
              <a:rPr lang="en-US" baseline="0" dirty="0"/>
              <a:t> system. What are the functional requirements you selected to describe? What are the nonfunctional requirements you selected to describe? Be sure to explain how these requirements meet </a:t>
            </a:r>
            <a:r>
              <a:rPr lang="en-US" baseline="0" dirty="0" err="1"/>
              <a:t>DriverPass’s</a:t>
            </a:r>
            <a:r>
              <a:rPr lang="en-US" baseline="0" dirty="0"/>
              <a:t> needs.]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264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[Explain</a:t>
            </a:r>
            <a:r>
              <a:rPr lang="en-US" baseline="0" dirty="0"/>
              <a:t> your diagram. Who are the different actors in the system? What are the different use cases? How did you account for </a:t>
            </a:r>
            <a:r>
              <a:rPr lang="en-US" baseline="0" dirty="0" err="1"/>
              <a:t>DriverPass’s</a:t>
            </a:r>
            <a:r>
              <a:rPr lang="en-US" baseline="0" dirty="0"/>
              <a:t> needs in your design? In your explanation, keep your audience in mind. Avoid the use of terms like “actors” and “use cases” in your explanation.]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835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[Explain</a:t>
            </a:r>
            <a:r>
              <a:rPr lang="en-US" baseline="0" dirty="0"/>
              <a:t> your diagram. Which use case are you breaking down? What are the steps for this use case? How did you account for </a:t>
            </a:r>
            <a:r>
              <a:rPr lang="en-US" baseline="0" dirty="0" err="1"/>
              <a:t>DriverPass’s</a:t>
            </a:r>
            <a:r>
              <a:rPr lang="en-US" baseline="0" dirty="0"/>
              <a:t> needs in your design? In your explanation, keep your audience in mind. Avoid the use of technical terms such as “nodes,” “control flows,” and so on.]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84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[How</a:t>
            </a:r>
            <a:r>
              <a:rPr lang="en-US" baseline="0" dirty="0"/>
              <a:t> did you consider security in your design? In your explanation, keep your audience in mind by avoiding the use of technical terms.]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115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[What are the limitations of your design?</a:t>
            </a:r>
            <a:r>
              <a:rPr lang="en-US" baseline="0" dirty="0"/>
              <a:t> In your explanation, keep your audience in mind by avoiding the use </a:t>
            </a:r>
            <a:r>
              <a:rPr lang="en-US" baseline="0"/>
              <a:t>of technical </a:t>
            </a:r>
            <a:r>
              <a:rPr lang="en-US" baseline="0" dirty="0"/>
              <a:t>terms.]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746DE6-3336-457D-A091-FA20AC1C536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660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391AB-F383-4237-A071-AD1C6E924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6636DA-4FDE-4B32-8CCE-37EFA3E75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87932-8FF0-4DF1-A776-9A3CE3761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8FAB8-C9F1-4DBB-B355-D8DEE3706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490E3-D8E8-4766-9104-14009BF5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01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BC967-18DB-4664-9B4D-06177FB9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F7174-64B4-4D8F-BF44-3DD1F66CA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D83D3-86C4-482F-A2DC-B4C55DBF3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05BE2-6C23-4CB4-A63E-457E635BF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97965-24FE-4C07-BE16-69AE43995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68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3394D-04EF-440C-B08B-114464B3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BE3F6-F021-4D6B-8B0D-EF74D7461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6233C-6806-4593-91C0-CF4ECD84A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A761E-2D3A-4397-A82C-2F3B981DE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97E71-B59F-4260-B01B-2B7CEB08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26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4DFCB-DD40-4637-9CAB-2BAF24231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4065F-4B44-4622-98EE-166F936489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AF1249-B890-4466-9E24-84A249070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FA9B4-D282-452F-B78A-FF5873ACF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B0F13-A139-4B66-9544-16480800F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791D0-EC30-4D8C-8764-475D8DB34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502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3AA7D-15D2-4D5F-B1C4-501073416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80A0E-25B9-4E8E-8B0D-201E1C564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89B111-0CA0-47CD-9F0B-DBCBA3AE3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F0E02D-3176-4B85-ACB6-721F268274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7D9317-BBE1-4F36-82FE-E348F6F18A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37DDCB-69F8-49FA-A111-C8AB2713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18B0CD-1F68-412E-9232-F267114C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9B21FC-12CC-472D-BC38-EF413158C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4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F51AB-8384-4E67-914C-B39484AD2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909660-3861-4545-BF68-9ED039B5D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DD5392-AC3A-4EAF-ADE6-B6CF4B50A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679880-BF48-4F4D-B8B3-4E99FC415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89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F98E25-CF37-4F73-9E22-210238167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D7A0E1-38AB-4FDA-8EC1-2D7617909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A8E424-5A91-4557-9ADF-4A9422A06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02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BB935-0427-44CC-A384-333EAD83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9DCF6-55CF-43EE-B135-BFC4B4D40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7538E-A112-4E8F-A445-1A06B0C35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0D413-9505-4ED8-BFF1-5141BE9EE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815B0-4528-4FA2-8472-8F19C0F16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C9FCEF-4406-4552-BFE4-6DA376135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63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CE22C-69D4-49EC-8858-787B3C67B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6A4341-3C0B-4025-AE17-8F0F8FABF5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F5FF01-E0B6-419C-ABCC-70844E4EA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501218-FFD7-4F25-B220-F5DE5F70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7CBFB-34A6-49D8-A1D2-45DF3887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726A4-D33A-486A-B120-648AF3D8B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43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B8678-553E-4A5B-8CFE-5DB358BD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3AF303-1F73-4575-83E6-561589F16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6EC56-7DCF-400D-A871-C26291EB1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AC5B-7C77-4F8C-ADB0-8D208A2EB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F48AF-AB8F-4DD2-BC77-7E2F42AD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317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0ED820-BFE6-41B5-8064-984037A99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A27FEA-5359-474A-B4F8-FF510DD748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DD33D-563C-4B8C-B8C1-625FF5C5B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495F3-B757-4FAF-98AA-EDA7D14854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471877-89FD-46BE-832F-C5660A556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E675F-CC4D-48CF-90C8-53829EE08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621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07C8C3-4165-4353-ABF2-492454AF9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AA46A-3C66-4E4A-9907-225E50ABB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F8214-A11A-4309-9D51-44F35987D1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495F3-B757-4FAF-98AA-EDA7D1485485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334EB-8260-4F13-9553-5A8593D9DC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C1EF96-E028-4E68-864E-9B77CF9F2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939C1-24D7-49E9-A58A-7960365209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945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DriverPass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System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3045368" y="4074718"/>
            <a:ext cx="6105194" cy="6820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Angel Fernandez</a:t>
            </a:r>
            <a:endParaRPr dirty="0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182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Functional Requirements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</a:rPr>
              <a:t>The system needs to register or log users in when the correct information is needed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</a:rPr>
              <a:t>The system needs to be connected to the DMV to be able to display the current rules, Policies, and any samples questions to be able to practice</a:t>
            </a:r>
          </a:p>
          <a:p>
            <a:r>
              <a:rPr lang="en-US" sz="2400" dirty="0">
                <a:solidFill>
                  <a:srgbClr val="000000"/>
                </a:solidFill>
              </a:rPr>
              <a:t>Non-Functional Requirements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</a:rPr>
              <a:t>The system needs storage for all the database and website data that is acquired</a:t>
            </a:r>
          </a:p>
          <a:p>
            <a:pPr lvl="1"/>
            <a:r>
              <a:rPr lang="en-US" sz="2000" dirty="0">
                <a:solidFill>
                  <a:srgbClr val="000000"/>
                </a:solidFill>
              </a:rPr>
              <a:t>The Users need the option to reset their passwords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5885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Use Case Diagram</a:t>
            </a:r>
          </a:p>
        </p:txBody>
      </p:sp>
      <p:pic>
        <p:nvPicPr>
          <p:cNvPr id="4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B16A7D7E-73E8-4F29-B14B-EFCB7CF06A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14"/>
          <a:stretch>
            <a:fillRect/>
          </a:stretch>
        </p:blipFill>
        <p:spPr>
          <a:xfrm>
            <a:off x="6370154" y="1091176"/>
            <a:ext cx="4718094" cy="467564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76425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Activity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Diagram</a:t>
            </a:r>
          </a:p>
        </p:txBody>
      </p:sp>
      <p:pic>
        <p:nvPicPr>
          <p:cNvPr id="4" name="Content Placeholder 3" descr="Diagram&#10;&#10;Description automatically generated">
            <a:extLst>
              <a:ext uri="{FF2B5EF4-FFF2-40B4-BE49-F238E27FC236}">
                <a16:creationId xmlns:a16="http://schemas.microsoft.com/office/drawing/2014/main" id="{A642D46A-A60E-A348-0BF6-D31D1A2EC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33"/>
          <a:stretch>
            <a:fillRect/>
          </a:stretch>
        </p:blipFill>
        <p:spPr bwMode="auto">
          <a:xfrm>
            <a:off x="6804719" y="801688"/>
            <a:ext cx="3878463" cy="523081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64055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Users that are registered need to authenticate their emails.</a:t>
            </a:r>
          </a:p>
          <a:p>
            <a:r>
              <a:rPr lang="en-US" sz="2400" dirty="0">
                <a:solidFill>
                  <a:srgbClr val="000000"/>
                </a:solidFill>
              </a:rPr>
              <a:t>Users need to make their own passwords to be able to login</a:t>
            </a:r>
          </a:p>
          <a:p>
            <a:r>
              <a:rPr lang="en-US" sz="2400" dirty="0">
                <a:solidFill>
                  <a:srgbClr val="000000"/>
                </a:solidFill>
              </a:rPr>
              <a:t>The authorization process stops hackers from trying to enter through brute force </a:t>
            </a:r>
          </a:p>
          <a:p>
            <a:r>
              <a:rPr lang="en-US" sz="2400" dirty="0">
                <a:solidFill>
                  <a:srgbClr val="000000"/>
                </a:solidFill>
              </a:rPr>
              <a:t>When on the website all data is sent as encrypted, this is done by running in HTTPS instead of HTTP</a:t>
            </a:r>
            <a:endParaRPr sz="24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843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System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The clients do not have a developer on staff in case something happens</a:t>
            </a:r>
          </a:p>
          <a:p>
            <a:r>
              <a:rPr lang="en-US" sz="2400" dirty="0">
                <a:solidFill>
                  <a:srgbClr val="000000"/>
                </a:solidFill>
              </a:rPr>
              <a:t>Some clients may not be able to open the website </a:t>
            </a:r>
          </a:p>
          <a:p>
            <a:r>
              <a:rPr lang="en-US" sz="2400" dirty="0">
                <a:solidFill>
                  <a:srgbClr val="000000"/>
                </a:solidFill>
              </a:rPr>
              <a:t>Certain regions may be slower than others</a:t>
            </a:r>
            <a:endParaRPr sz="2400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51416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WebD281</Template>
  <TotalTime>1350</TotalTime>
  <Words>413</Words>
  <Application>Microsoft Office PowerPoint</Application>
  <PresentationFormat>Widescreen</PresentationFormat>
  <Paragraphs>32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DriverPass System Analysis</vt:lpstr>
      <vt:lpstr>System Requirements</vt:lpstr>
      <vt:lpstr>Use Case Diagram</vt:lpstr>
      <vt:lpstr>Activity Diagram</vt:lpstr>
      <vt:lpstr>Security</vt:lpstr>
      <vt:lpstr>System 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 Analysis</dc:title>
  <dc:creator>Loay Alnaji</dc:creator>
  <cp:lastModifiedBy>angel fernandez</cp:lastModifiedBy>
  <cp:revision>21</cp:revision>
  <dcterms:created xsi:type="dcterms:W3CDTF">2019-10-14T02:36:52Z</dcterms:created>
  <dcterms:modified xsi:type="dcterms:W3CDTF">2026-03-02T03:10:25Z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17B2C008-CF5F-4D7E-BF2C-A283A0269B28</vt:lpwstr>
  </property>
  <property fmtid="{D5CDD505-2E9C-101B-9397-08002B2CF9AE}" pid="3" name="ArticulatePath">
    <vt:lpwstr>CS 255 Client Presentation Template</vt:lpwstr>
  </property>
</Properties>
</file>